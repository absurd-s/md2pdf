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89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822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MD2PDF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转换工坊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2560320"/>
            <a:ext cx="21945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辅助开发实践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工具：DeepSeek + 豆包       技术栈：Node.js · markdown-it · Puppeteer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C78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项目缘起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11887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日常写作中，Markdown 文档需要频繁转换为不同格式——发布博客要 HTML，打印作业要 PDF，社交分享要 PNG。市面上的在线工具要么广告泛滥，要么排版丑陋，要么样式不可定制。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契机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在接触 DeepSeek 和豆包之后，我意识到 AI 可以让一个人完成过去需要团队协作的工作量。于是决定借助 AI 的力量，从零搭建一个属于自己的 Markdown 转换工具——既是实用工具，也是一次 AI 辅助开发的深度学习实践。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126480" y="118872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2573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1453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92240" y="213741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零学习成本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粘贴即用，无需注册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输出美观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专业排版，可自定义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协作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全程人机协作开发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开源共享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MIT 协议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协作流程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82880" y="1463040"/>
            <a:ext cx="1691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头脑风暴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确定功能边界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901952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785C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20240" y="1463040"/>
            <a:ext cx="1691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645920"/>
            <a:ext cx="548640" cy="54864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12" name="Text 9"/>
          <p:cNvSpPr/>
          <p:nvPr/>
        </p:nvSpPr>
        <p:spPr>
          <a:xfrm>
            <a:off x="24688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96596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01168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Node.js vs Python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选定技术栈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39312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785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57600" y="1463040"/>
            <a:ext cx="1691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1645920"/>
            <a:ext cx="548640" cy="54864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70332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4904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豆包生成初版方案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审查优化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76672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785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1463040"/>
            <a:ext cx="1691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0" y="1645920"/>
            <a:ext cx="548640" cy="54864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406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编码实现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生成骨架代码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人工调整细节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14032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785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32320" y="1463040"/>
            <a:ext cx="1691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680960" y="1645920"/>
            <a:ext cx="548640" cy="54864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7804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22376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自动化测试用例</a:t>
            </a:r>
            <a:endParaRPr lang="en-US" sz="9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浏览器手动验收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31520" y="3840480"/>
            <a:ext cx="3657600" cy="6858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4" name="Text 31"/>
          <p:cNvSpPr/>
          <p:nvPr/>
        </p:nvSpPr>
        <p:spPr>
          <a:xfrm>
            <a:off x="91440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   架构设计 · 代码审查 · 复杂 Debug · 技术决策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4880" y="3840480"/>
            <a:ext cx="3657600" cy="6858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6" name="Text 33"/>
          <p:cNvSpPr/>
          <p:nvPr/>
        </p:nvSpPr>
        <p:spPr>
          <a:xfrm>
            <a:off x="493776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         快速原型 · CSS 样式 · 文档撰写 · 设计建议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solidFill>
            <a:srgbClr val="F5F0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文件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965960" y="1554480"/>
            <a:ext cx="1463040" cy="914400"/>
          </a:xfrm>
          <a:prstGeom prst="rect">
            <a:avLst/>
          </a:prstGeom>
          <a:solidFill>
            <a:srgbClr val="F5F0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965960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markdown-it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插件解析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1554480"/>
            <a:ext cx="1371600" cy="914400"/>
          </a:xfrm>
          <a:prstGeom prst="rect">
            <a:avLst/>
          </a:prstGeom>
          <a:solidFill>
            <a:srgbClr val="F5F0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Body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结构化文档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57800" y="1554480"/>
            <a:ext cx="1463040" cy="914400"/>
          </a:xfrm>
          <a:prstGeom prst="rect">
            <a:avLst/>
          </a:prstGeom>
          <a:solidFill>
            <a:srgbClr val="F5F0E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57800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模板包裹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令牌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55648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785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47288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785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47488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785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040880" y="1417320"/>
            <a:ext cx="1645920" cy="45720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</a:t>
            </a:r>
            <a:r>
              <a:rPr lang="en-US" sz="1100" dirty="0">
                <a:solidFill>
                  <a:srgbClr val="E6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导出网页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0" y="1965960"/>
            <a:ext cx="1645920" cy="457200"/>
          </a:xfrm>
          <a:prstGeom prst="rect">
            <a:avLst/>
          </a:prstGeom>
          <a:solidFill>
            <a:srgbClr val="181715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</a:t>
            </a:r>
            <a:r>
              <a:rPr lang="en-US" sz="1100" dirty="0">
                <a:solidFill>
                  <a:srgbClr val="E6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打印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40880" y="2514600"/>
            <a:ext cx="1645920" cy="457200"/>
          </a:xfrm>
          <a:prstGeom prst="rect">
            <a:avLst/>
          </a:prstGeom>
          <a:solidFill>
            <a:srgbClr val="181715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 </a:t>
            </a:r>
            <a:r>
              <a:rPr lang="en-US" sz="1100" dirty="0">
                <a:solidFill>
                  <a:srgbClr val="E6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全页截图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v24  ·  Express 5  ·  Commander  ·  markdown-it + 8 plugins  ·  highlight.js  ·  Puppeteer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功能展示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371600"/>
            <a:ext cx="2560320" cy="45720"/>
          </a:xfrm>
          <a:prstGeom prst="rect">
            <a:avLst/>
          </a:prstGeom>
          <a:solidFill>
            <a:srgbClr val="CC785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导出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2743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风格排版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奶油画布 · 衬线标题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深色代码块 · 珊瑚点缀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74720" y="13716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0" y="1371600"/>
            <a:ext cx="2560320" cy="45720"/>
          </a:xfrm>
          <a:prstGeom prst="rect">
            <a:avLst/>
          </a:prstGeom>
          <a:solidFill>
            <a:srgbClr val="18171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7373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导出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749040" y="2743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高质量渲染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/ Letter 纸张可选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打印背景色完整保留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309360" y="13716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09360" y="1371600"/>
            <a:ext cx="2560320" cy="45720"/>
          </a:xfrm>
          <a:prstGeom prst="rect">
            <a:avLst/>
          </a:prstGeom>
          <a:solidFill>
            <a:srgbClr val="18171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7373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2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导出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83680" y="2743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全页高清截图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自适应内容高度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Retina 分辨率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188720" y="4389120"/>
            <a:ext cx="676656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0" name="Text 14"/>
          <p:cNvSpPr/>
          <p:nvPr/>
        </p:nvSpPr>
        <p:spPr>
          <a:xfrm>
            <a:off x="1371600" y="4389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粘贴 Markdown   →   👀 实时预览   →   📥 一键导出       拖拽上传 · Ctrl+Enter 快捷下载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设计亮点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828800" cy="1463040"/>
          </a:xfrm>
          <a:prstGeom prst="rect">
            <a:avLst/>
          </a:prstGeom>
          <a:solidFill>
            <a:srgbClr val="FAF9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#faf9f5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奶油画布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温暖的底色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刻意不用纯白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97480" y="1371600"/>
            <a:ext cx="1828800" cy="1463040"/>
          </a:xfrm>
          <a:prstGeom prst="rect">
            <a:avLst/>
          </a:prstGeom>
          <a:solidFill>
            <a:srgbClr val="EFE9D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3464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Garamond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974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衬线标题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974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字重 400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 letter-spacing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371600"/>
            <a:ext cx="1828800" cy="1463040"/>
          </a:xfrm>
          <a:prstGeom prst="rect">
            <a:avLst/>
          </a:prstGeom>
          <a:solidFill>
            <a:srgbClr val="18171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8348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#181715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深色代码块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Mono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黑底白字高亮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95160" y="1371600"/>
            <a:ext cx="1828800" cy="1463040"/>
          </a:xfrm>
          <a:prstGeom prst="rect">
            <a:avLst/>
          </a:prstGeom>
          <a:solidFill>
            <a:srgbClr val="CC785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3232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#cc785c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951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珊瑚色点缀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9516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 CTA 按钮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克制不溢用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设计系统参考 Anthropic Claude 品牌规范 (DESIGN.md)，包含完整的色彩、字体、圆角、间距令牌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工具使用对比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37160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371600"/>
            <a:ext cx="3657600" cy="4572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0116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架构设计与技术选型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 Bug 调试定位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代码审查与重构建议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markdown-it 插件链设计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配置优化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推理能力强，逻辑清晰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长上下文支持好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代码生成准确率高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137160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371600"/>
            <a:ext cx="3657600" cy="45720"/>
          </a:xfrm>
          <a:prstGeom prst="rect">
            <a:avLst/>
          </a:prstGeom>
          <a:solidFill>
            <a:srgbClr val="6C6A64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03520" y="20116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样式与 UI 美化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设计系统文档生成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/ 注释等文案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令牌体系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前端页面布局迭代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响应速度快，交互友好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视觉建议直观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中文理解细腻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项目成果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PDF / PNG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51760" y="137160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~1100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26517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行代码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517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+ 后端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47548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源文件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核心模块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0" y="137160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8580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精简后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338328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05840" y="34747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实现功能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三种使用方式（前端 Web UI · CLI 命令行 · REST API）始终在线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品牌设计语言——奶油画布、衬线标题、深色代码块、珊瑚色点缀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 + 拖拽上传 + 离线 HTML 降级，服务端不可用时浏览器直接生成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开源 · MIT 协议 · 中英双语 README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心得感悟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3258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325880"/>
            <a:ext cx="54864" cy="91440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399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是工具，不是替代者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691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能加速编码、生成方案，但最终的判断力、审美品味、系统设计思维仍然来自人。本项目约 70% 的代码由 AI 辅助生成，但 100% 的架构决策和设计方向由人来做出。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423160"/>
            <a:ext cx="54864" cy="91440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496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学会提问比学会编码更重要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788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用好 AI 的关键不是技术能力，而是表达能力——能把需求拆解成清晰的 Prompt，能指出 AI 输出中的问题，能在多轮对话中收敛到正确方案。这是一种全新的元技能。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3520440"/>
            <a:ext cx="54864" cy="91440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593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人机协作让「一个人」变成「一支队伍」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886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过去需要前后端分离、多人协作的项目，现在借助 AI 一个人就能完成。这不仅是效率的提升，更是创造力边界的扩展。未来工程师的核心竞争力 = 领域知识 + AI 驾驭力 + 批判性思维。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MD2PDF 项目验收  ·  AI 辅助开发实践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7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822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600" dirty="0">
                <a:solidFill>
                  <a:srgbClr val="FFFFFF"/>
                </a:solidFill>
                <a:latin typeface="Georgia" pitchFamily="34" charset="0"/>
              </a:rPr>
              <a:t>谢谢大家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74720" y="2240280"/>
            <a:ext cx="21945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108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工具：DeepSeek + 豆包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技术栈：Node.js · markdown-it · Puppeteer · Express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GitHub：github.com/Absurd-S/md2pdf</a:t>
            </a:r>
            <a:endParaRPr lang="en-US" sz="13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开源协议：MIT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C78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522</Words>
  <Application>Microsoft Office PowerPoint</Application>
  <PresentationFormat>全屏显示(16:9)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MD2PDF — Markdown 转换工坊</dc:title>
  <dc:subject>PptxGenJS Presentation</dc:subject>
  <dc:creator>AI 辅助开发实践</dc:creator>
  <cp:lastModifiedBy>智中 石</cp:lastModifiedBy>
  <cp:revision>2</cp:revision>
  <dcterms:created xsi:type="dcterms:W3CDTF">2026-05-29T11:35:40Z</dcterms:created>
  <dcterms:modified xsi:type="dcterms:W3CDTF">2026-05-29T11:49:36Z</dcterms:modified>
</cp:coreProperties>
</file>